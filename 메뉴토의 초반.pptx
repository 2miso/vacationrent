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5" autoAdjust="0"/>
    <p:restoredTop sz="94660"/>
  </p:normalViewPr>
  <p:slideViewPr>
    <p:cSldViewPr snapToGrid="0">
      <p:cViewPr varScale="1">
        <p:scale>
          <a:sx n="43" d="100"/>
          <a:sy n="43" d="100"/>
        </p:scale>
        <p:origin x="42" y="15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40D32-E9F7-4A43-965C-59942602D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0F0841-640A-4B3C-8104-7CEAC4E52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9845D-8C58-4AC2-AB15-365FD80C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B3D3B-2F41-434B-9603-563A2D36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F4708-6421-4611-BAFE-74EF53A5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94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5FD2B-FAA8-47D1-9D4B-279A43CC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662D4-858E-4A75-A937-0972C9C4B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82B8E-41E6-42F1-956E-21A107EC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D3ED19-DF81-48C1-BFCE-C086E9F8B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C02D87-031A-420A-9CC9-281FF4E7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96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3EA95-04D1-4E0D-8734-1CD0BF39C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A8FA00-D0CA-49D0-9296-07899E6F8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62624E-47C4-49FB-BE22-C9856A36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BD86A0-4893-48AB-BF4A-121B0CBA5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77347E-A42F-46CD-BC8F-90281B9C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36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9221A-F46C-40F9-B584-34EFB5A9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EBEAE0-A946-4161-9DCD-4CACC7FDA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858280-90F6-4158-99A4-363953053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D7F1A1-6A57-4D5C-BD36-C6636CC0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6CA191-56F0-4410-89A5-A2C13FF4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193768-6506-494D-921C-711BA96F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2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D211-9661-495F-8B5B-3AC374ED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1CBBBD-94C3-4E30-ABD4-960C85108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113BE9-8E1C-417A-A14E-DE153FF87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195F35-B716-4449-8E95-8FF130546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32FC1F-AE4A-442F-9F24-7B4F373BD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35182C-BE3E-410B-BB49-7BC9B2283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EA6419-E39B-42BE-B738-475A3EFC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FAC50B-3042-4CCF-B7DD-E5CFC104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937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6F532-AAB2-4103-8F8C-093B3DA3D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F47E56-0D74-4142-B6CE-99BF034C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F3FD7C-0970-4644-9E31-4FEED843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20F636-5C0A-42A4-800E-CE7C2691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7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AAC468-C7F3-4375-8E17-9EA0E697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94DDC5-E2A6-4EE2-BA40-D2C73C35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C11C45-BEBE-44C8-B0E7-707C2DD6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43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A3B2F-CE98-442F-B5DE-02072300C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BF1D2-B2A3-4597-8384-42FCFF0DA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7576A1-3D03-41E9-93F5-3D04FA041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52EE18-74EF-4833-81EC-A2827AD66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A662B7-AF3B-4220-9286-02901CDA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5A0819-6185-4B46-B6F0-E450F124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66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2FEDB-CDE3-4D72-82FD-1CC3C201A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DB957F-AE98-4D55-80E1-FC54D6A81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60A2B0-56D5-441C-9DCF-482FD50F1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25DF21-D338-4C56-9976-FF249856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6A32EF-F742-4671-8E5F-BD615541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0F623F-B033-443F-B67B-718FBEE0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52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42E30-212B-464C-BBA8-4493F9A6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1205C2-6289-41D7-B940-4CB028A0B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6EAE76-2253-4BE1-AAD9-D0547BE3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F1175B-C140-47F8-86E3-D8A2F1A05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FEBAE-016B-491C-A52F-57425AE6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00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799E22-9B59-4E50-93B7-8C9CE53C4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A7D63E-4AFA-4E88-B1B0-026C6F695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B37D0-9AB4-41B9-98CC-00145ABC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D8BEB-39DF-4A58-A300-27ABF6CE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7956A7-EB26-4098-9082-3F11829C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80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BAA791-ACB8-42A2-896C-47446320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2F936F-51BC-4773-90BD-01C71B8FE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E098C9-434F-4E68-A13E-FA656C146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0ABC0-8B25-4109-A56A-7C7CFF2A9F99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8B533D-77AC-4B8F-ABAE-AA3AFB319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62B938-44F8-4149-B2A7-CCDC2D2B7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140A9-5824-4DC5-BB0C-EA33AFE5F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22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7C91FC-267D-4F75-9E0D-A3A9371383FC}"/>
              </a:ext>
            </a:extLst>
          </p:cNvPr>
          <p:cNvSpPr txBox="1"/>
          <p:nvPr/>
        </p:nvSpPr>
        <p:spPr>
          <a:xfrm>
            <a:off x="0" y="65902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메뉴구성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81C742-7785-4358-A8D1-448731932722}"/>
              </a:ext>
            </a:extLst>
          </p:cNvPr>
          <p:cNvSpPr/>
          <p:nvPr/>
        </p:nvSpPr>
        <p:spPr>
          <a:xfrm>
            <a:off x="10050162" y="593124"/>
            <a:ext cx="1927654" cy="14169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고객센터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0C0FF1-5F5C-4F1E-BA6A-856FADE96016}"/>
              </a:ext>
            </a:extLst>
          </p:cNvPr>
          <p:cNvSpPr/>
          <p:nvPr/>
        </p:nvSpPr>
        <p:spPr>
          <a:xfrm>
            <a:off x="10050162" y="2133601"/>
            <a:ext cx="1474573" cy="444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FAQ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1:1 </a:t>
            </a:r>
            <a:r>
              <a:rPr lang="ko-KR" altLang="en-US" dirty="0">
                <a:solidFill>
                  <a:schemeClr val="tx1"/>
                </a:solidFill>
              </a:rPr>
              <a:t>문의게시판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채팅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631CDA-5153-4B69-B888-514672C46AB1}"/>
              </a:ext>
            </a:extLst>
          </p:cNvPr>
          <p:cNvSpPr/>
          <p:nvPr/>
        </p:nvSpPr>
        <p:spPr>
          <a:xfrm>
            <a:off x="7806174" y="593124"/>
            <a:ext cx="1927654" cy="14169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공지사항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D7877B-EB87-4010-9E18-B0F77575164D}"/>
              </a:ext>
            </a:extLst>
          </p:cNvPr>
          <p:cNvSpPr/>
          <p:nvPr/>
        </p:nvSpPr>
        <p:spPr>
          <a:xfrm>
            <a:off x="5891701" y="593124"/>
            <a:ext cx="1598141" cy="14169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결제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77B3D5-5114-40EE-9360-F9D883299FF8}"/>
              </a:ext>
            </a:extLst>
          </p:cNvPr>
          <p:cNvSpPr/>
          <p:nvPr/>
        </p:nvSpPr>
        <p:spPr>
          <a:xfrm>
            <a:off x="3977228" y="593124"/>
            <a:ext cx="1598141" cy="14169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숙박업소 검색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목록페이지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CE39DB-86B0-4212-A655-4B80CCFF8B9B}"/>
              </a:ext>
            </a:extLst>
          </p:cNvPr>
          <p:cNvSpPr/>
          <p:nvPr/>
        </p:nvSpPr>
        <p:spPr>
          <a:xfrm>
            <a:off x="2062755" y="593124"/>
            <a:ext cx="1598141" cy="14169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업체회원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E93F57-0BD7-48C3-9E27-8DB7B26264FB}"/>
              </a:ext>
            </a:extLst>
          </p:cNvPr>
          <p:cNvSpPr/>
          <p:nvPr/>
        </p:nvSpPr>
        <p:spPr>
          <a:xfrm>
            <a:off x="148282" y="593124"/>
            <a:ext cx="1598141" cy="14169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개인회원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5EC176-CE13-4B62-B95A-9078E942AD12}"/>
              </a:ext>
            </a:extLst>
          </p:cNvPr>
          <p:cNvSpPr/>
          <p:nvPr/>
        </p:nvSpPr>
        <p:spPr>
          <a:xfrm>
            <a:off x="8082968" y="2133601"/>
            <a:ext cx="1474573" cy="444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2317EE-0E91-488D-885A-01946AA6369F}"/>
              </a:ext>
            </a:extLst>
          </p:cNvPr>
          <p:cNvSpPr/>
          <p:nvPr/>
        </p:nvSpPr>
        <p:spPr>
          <a:xfrm>
            <a:off x="6115772" y="2133601"/>
            <a:ext cx="1474573" cy="444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227F56-C502-4B3F-92C8-61D48002F5CC}"/>
              </a:ext>
            </a:extLst>
          </p:cNvPr>
          <p:cNvSpPr/>
          <p:nvPr/>
        </p:nvSpPr>
        <p:spPr>
          <a:xfrm>
            <a:off x="3977228" y="2133601"/>
            <a:ext cx="1645921" cy="444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가격별</a:t>
            </a:r>
            <a:r>
              <a:rPr lang="ko-KR" altLang="en-US" dirty="0">
                <a:solidFill>
                  <a:schemeClr val="tx1"/>
                </a:solidFill>
              </a:rPr>
              <a:t> 검색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예약 가능한 날짜 선택검색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인원수로 검색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지역별 검색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480FF6-A695-446A-80E6-A13C0F05F93E}"/>
              </a:ext>
            </a:extLst>
          </p:cNvPr>
          <p:cNvSpPr/>
          <p:nvPr/>
        </p:nvSpPr>
        <p:spPr>
          <a:xfrm>
            <a:off x="2057812" y="2133601"/>
            <a:ext cx="1598141" cy="444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사업자등록증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숙박업소명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주소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전화번호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메일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업소정보</a:t>
            </a:r>
            <a:r>
              <a:rPr lang="en-US" altLang="ko-KR" sz="14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공용시설 정보</a:t>
            </a:r>
            <a:r>
              <a:rPr lang="en-US" altLang="ko-KR" sz="14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주변관광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사진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업소 전경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공용시설</a:t>
            </a:r>
            <a:r>
              <a:rPr lang="en-US" altLang="ko-KR" sz="1400" dirty="0">
                <a:solidFill>
                  <a:schemeClr val="tx1"/>
                </a:solidFill>
              </a:rPr>
              <a:t>),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시설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전자레인이지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부엌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드라이기</a:t>
            </a:r>
            <a:r>
              <a:rPr lang="en-US" altLang="ko-KR" sz="1400" dirty="0">
                <a:solidFill>
                  <a:schemeClr val="tx1"/>
                </a:solidFill>
              </a:rPr>
              <a:t>, …)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객실정보</a:t>
            </a:r>
            <a:r>
              <a:rPr lang="en-US" altLang="ko-KR" sz="14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객실 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객실별</a:t>
            </a:r>
            <a:r>
              <a:rPr lang="ko-KR" altLang="en-US" sz="1400" dirty="0">
                <a:solidFill>
                  <a:schemeClr val="tx1"/>
                </a:solidFill>
              </a:rPr>
              <a:t> 수용인원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기준인원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최대인원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가격</a:t>
            </a:r>
            <a:r>
              <a:rPr lang="en-US" altLang="ko-KR" sz="1400" dirty="0">
                <a:solidFill>
                  <a:schemeClr val="tx1"/>
                </a:solidFill>
              </a:rPr>
              <a:t>+</a:t>
            </a:r>
            <a:r>
              <a:rPr lang="ko-KR" altLang="en-US" sz="1400" dirty="0">
                <a:solidFill>
                  <a:schemeClr val="tx1"/>
                </a:solidFill>
              </a:rPr>
              <a:t>추가요금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사진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객실사진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1F8C52-7752-4AB2-B11C-A1A19DDEB618}"/>
              </a:ext>
            </a:extLst>
          </p:cNvPr>
          <p:cNvSpPr/>
          <p:nvPr/>
        </p:nvSpPr>
        <p:spPr>
          <a:xfrm>
            <a:off x="214184" y="2133601"/>
            <a:ext cx="1474573" cy="444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 err="1">
                <a:solidFill>
                  <a:schemeClr val="tx1"/>
                </a:solidFill>
              </a:rPr>
              <a:t>소셜로그인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로그아웃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회원정보수정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회원탈퇴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아이디찾기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 err="1">
                <a:solidFill>
                  <a:schemeClr val="tx1"/>
                </a:solidFill>
              </a:rPr>
              <a:t>비밀번호찾기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임시 비밀번호 이메일 전송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624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7C75F-4CDA-43C1-B0EB-5AE698D63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82810"/>
          </a:xfrm>
        </p:spPr>
        <p:txBody>
          <a:bodyPr>
            <a:normAutofit/>
          </a:bodyPr>
          <a:lstStyle/>
          <a:p>
            <a:r>
              <a:rPr lang="ko-KR" altLang="en-US" dirty="0"/>
              <a:t>회원 개인정보</a:t>
            </a:r>
            <a:r>
              <a:rPr lang="en-US" altLang="ko-KR" dirty="0"/>
              <a:t>: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메일</a:t>
            </a:r>
            <a:r>
              <a:rPr lang="en-US" altLang="ko-KR" dirty="0"/>
              <a:t>, </a:t>
            </a:r>
            <a:r>
              <a:rPr lang="ko-KR" altLang="en-US" dirty="0"/>
              <a:t>핸드폰번호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721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97</Words>
  <Application>Microsoft Office PowerPoint</Application>
  <PresentationFormat>와이드스크린</PresentationFormat>
  <Paragraphs>43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회원 개인정보: 이름, 메일, 핸드폰번호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MYCOM</dc:creator>
  <cp:lastModifiedBy>MYCOM</cp:lastModifiedBy>
  <cp:revision>3</cp:revision>
  <dcterms:created xsi:type="dcterms:W3CDTF">2025-08-27T07:26:04Z</dcterms:created>
  <dcterms:modified xsi:type="dcterms:W3CDTF">2025-08-27T07:38:09Z</dcterms:modified>
</cp:coreProperties>
</file>